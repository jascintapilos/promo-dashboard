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228600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↔ Promo Team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Empowerment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Package to Reduce Bottlenecks &amp; Enable Autonomy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9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Created: 2026-06-09 | For: Jascinta, Wai Yip, Sales Team Lead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What's Inside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Gap Closure 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Decision Framework (Tier 1/2/3)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Routing Matrix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Implementation Guide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BO Training (5 Detailed Modules)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617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Success Criteria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BO access or training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10+ decisions/day → escalates everything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2–3 hour wait for yes/no decisions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1089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 Yip spends 20–25 hrs/week on routine Qs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decision framework or playbook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8229600" cy="1645920"/>
          </a:xfrm>
          <a:prstGeom prst="rect">
            <a:avLst/>
          </a:prstGeom>
          <a:solidFill>
            <a:srgbClr val="FFFBEA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7200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Solution: 4-week pilot to empower sales team lead with BO training + decision framework + weekly promo list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Decision Framework: 3 Tiers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2697480" cy="3840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916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TIER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Alone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Check promo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9077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Verify tier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3467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Check claims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78561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Assign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42245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80%+ decisions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1463040"/>
            <a:ext cx="2697480" cy="38404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6916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TIER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#ba-promo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468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Create promo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9077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Exceptions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33467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Bulk assign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378561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Uncertain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42245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2–4 hrs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1463040"/>
            <a:ext cx="2697480" cy="38404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16916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🔴 TIER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89320" y="2468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Strategy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89320" y="29077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ROI/cost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33467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Budget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378561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High-level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89320" y="42245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VERY RARE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Routing Matrix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SELF-SERVE (4 Brands)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931920" cy="2560320"/>
          </a:xfrm>
          <a:prstGeom prst="rect">
            <a:avLst/>
          </a:prstGeom>
          <a:solidFill>
            <a:srgbClr val="ECF0F1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WS1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WS2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QPRO1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QP2A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assignment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Immediate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PROMO TEAM (26 Brands)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783080"/>
            <a:ext cx="3931920" cy="2560320"/>
          </a:xfrm>
          <a:prstGeom prst="rect">
            <a:avLst/>
          </a:prstGeom>
          <a:solidFill>
            <a:srgbClr val="ECF0F1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01168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QPRO2–19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QP2B/C/D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#ba-promo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1–2 hours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Paths: QPRO 3.2 | QP2 2.1 | WS1/WS2 iGMP 3.1/3.3/3.15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4-Week Implementation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2697480" cy="3291840"/>
          </a:xfrm>
          <a:prstGeom prst="rect">
            <a:avLst/>
          </a:prstGeom>
          <a:solidFill>
            <a:srgbClr val="F8F9F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Framework talk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BO Training (4–6h)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4747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shadow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697480" cy="3291840"/>
          </a:xfrm>
          <a:prstGeom prst="rect">
            <a:avLst/>
          </a:prstGeom>
          <a:solidFill>
            <a:srgbClr val="F8F9F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6459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2–3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011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2468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Make decisions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971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Weekly spot-checks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34747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Coaching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463040"/>
            <a:ext cx="2697480" cy="3291840"/>
          </a:xfrm>
          <a:prstGeom prst="rect">
            <a:avLst/>
          </a:prstGeom>
          <a:solidFill>
            <a:srgbClr val="F8F9F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6459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011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2468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Full autonomy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2971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Final assessment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34747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Success!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 BO Training: 5 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36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🔓 Module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97480" y="15361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&amp; Navigation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15361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30–45 min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305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Module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21305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Promos by Brand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213055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1–1.5 hrs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24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Module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27249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Promo Details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27249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hr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192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Module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33192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Player Claims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331927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 min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913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Module 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97480" y="39136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Promos in BO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39136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1–1.5 hrs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🔓 Module 1: Login &amp; Navigation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146304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Platform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Credential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Menu Path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QPRO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promo_testbot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Menu 3.2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QP2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promo_testbot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Menu 2.1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WS1/WS2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FastTrack CRM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Promos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017520"/>
            <a:ext cx="8229600" cy="2011680"/>
          </a:xfrm>
          <a:prstGeom prst="rect">
            <a:avLst/>
          </a:prstGeom>
          <a:solidFill>
            <a:srgbClr val="ECF7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3200400"/>
            <a:ext cx="7680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Get credentials from Jascinta before starting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Navigate to the URL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Enter credentials (promo_testbot)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Click Login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See Dashboard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Practice: Log in to QPRO BO, find Menu 3.2, navigate structure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Module 2: Query Promos by Brand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Navigate to Menu 3.2 (QPRO) or 2.1 (QP2)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Filter by Brand or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Look for Status = ACTIVE (not Inactive/Archived)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Read columns: Code, Name, Type, Status, Valid Until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Note down codes you can offer to players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1371600"/>
          </a:xfrm>
          <a:prstGeom prst="rect">
            <a:avLst/>
          </a:prstGeom>
          <a:solidFill>
            <a:srgbClr val="ECF7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1148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Practice: Query QPRO1 for Deposit bonuses. Find 3 active codes and write them down.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Module 3: Check Promo Details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Amount: 100% match up to MYR 500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105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🎮 Turnover: 8x (must wager 8× bonus amount)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4942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Eligible Tier: Gold, Platinum, Diamond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8833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Valid Until: 2026-06-30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1272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Remaining Quota: 27 claims left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1737360"/>
          </a:xfrm>
          <a:prstGeom prst="rect">
            <a:avLst/>
          </a:prstGeom>
          <a:solidFill>
            <a:srgbClr val="FFE8E8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118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Red Flags to Watch: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Turnover &gt;20x? → Ask in #ba-promo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Expired date? → Don't offer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quota left? → Offer alternative promo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Module 4: Check Player Claim History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137160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Player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Claimed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Decision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John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2026-06-05 (4 days ago)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Too recent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Never claimed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Offer 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2026-05-05 (35 days)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Old enough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926080"/>
            <a:ext cx="8229600" cy="2194560"/>
          </a:xfrm>
          <a:prstGeom prst="rect">
            <a:avLst/>
          </a:prstGeom>
          <a:solidFill>
            <a:srgbClr val="ECF7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3063240"/>
            <a:ext cx="76809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Rule: If player claimed &lt;30 days ago → Ask in #ba-promo before offering again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check: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Click on the promo in BO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Scroll to 'Claim History' section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Search for player name/ID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See when they last claimed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Practice: Check history for 3 players. Determine if they can claim.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Module 5: Assign Promos in BO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4416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Self-Serve Brands (You can assign): WS1/WS2 (FastTrack) | QPRO1 (BO) | QP2A (BO)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Navigate to promo → Click 'Assign to Player'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3042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Fill form: Player Name/ID, Promo Code, Bonus Amount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77977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Review ALL fields before submitting (no typos!)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5526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Click ASSIGN → Wait for confirmation message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73075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Screenshot confirmation for your records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526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Brands? → POST IN #ba-promo (Promo team assigns in 1–2 hours)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Success Criteria (Jul 9)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☑️ Sales lead makes Tier 1 decisions (≥80% of routine questions)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☑️ Zero Tier 1/2 questions escalated to Wai Yip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☑️ Wai Yip receives &lt;2 Tier 3 escalations per week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☑️ Weekly Active Promo List used consistently by sales team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☑️ Sales lead explains 5 Shared Principles from memory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434840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☑️ #ba-promo becomes default Q&amp;A channel (not DMs to Wai Yip)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Quick Start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155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143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1143000"/>
            <a:ext cx="6309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Gap Summary → Get Wai Yip's buy-in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013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8288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 10–11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828800"/>
            <a:ext cx="6309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 training schedule + Decision Framework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487168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871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514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 12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2514600"/>
            <a:ext cx="6309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Kickoff: Framework talk + BO Training (1 day)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72968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1729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2004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 13–JUL 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3200400"/>
            <a:ext cx="6309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4-week pilot: Autonomy → Success!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61264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 Slack: Jascinta | v1.0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2026-06-09T09:35:18Z</dcterms:created>
  <dcterms:modified xsi:type="dcterms:W3CDTF">2026-06-09T09:35:18Z</dcterms:modified>
</cp:coreProperties>
</file>