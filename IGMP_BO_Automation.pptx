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IGMP Back Office Automation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A6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Claude Agent Automates Promotion Management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Team Evaluation: MCP Integration Readiness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5120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Problem: Manual Promo Management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E7C86"/>
                </a:solidFill>
              </a:rPr>
              <a:t>⏱️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Consuming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7556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30-60 mins per promotion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7772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E7C86"/>
                </a:solidFill>
              </a:rPr>
              <a:t>👆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80160" y="2331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Entry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6243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Copy-paste across multiple forms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E7C86"/>
                </a:solidFill>
              </a:rPr>
              <a:t>⚠️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0160" y="3200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Error-Prone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Typos, missed fields, wrong dates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E7C86"/>
                </a:solidFill>
              </a:rPr>
              <a:t>🔗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80160" y="4069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Multi-Step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3616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5+ different BO sections per promo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Solution: Claude Agent + API Automation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Extracted IGMP API calls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Built agent skill to use APIs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Automated 9 core operations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Added QC verification step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Integrated with Sheets 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Works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Direct API calls (no browser)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Session-based auth (secure)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Built-in verification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Spreadsheet integration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30-second vs 30-minute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IGMP Platform: WS1/WS2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1463040"/>
          </a:xfrm>
          <a:prstGeom prst="rect">
            <a:avLst/>
          </a:prstGeom>
          <a:solidFill>
            <a:srgbClr val="F5F7FA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WS1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214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per-country BOs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(MY, SG, ID, TH, KH, AU)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871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249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Create, Edit, Activate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931920" cy="1463040"/>
          </a:xfrm>
          <a:prstGeom prst="rect">
            <a:avLst/>
          </a:prstGeom>
          <a:solidFill>
            <a:srgbClr val="F5F7FA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WS2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7673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shared BO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1330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3708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Create, Activate (no edit)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3931920" cy="1463040"/>
          </a:xfrm>
          <a:prstGeom prst="rect">
            <a:avLst/>
          </a:prstGeom>
          <a:solidFill>
            <a:srgbClr val="F5F7FA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Account: promo_testbot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3042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Duration: ~2 hours per session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Host: best-in-asia.com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Automation Workflow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484632" y="1088136"/>
            <a:ext cx="237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 Request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21615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 promo specs from sheet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35608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" y="1472184"/>
            <a:ext cx="237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43560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600200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Auto-name with FT_ prefix (e.g. FT_100SGD_MIN3X)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19656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" y="1856232"/>
            <a:ext cx="237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181965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98424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with promo_testbot (~2 hr session)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587752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2624328"/>
            <a:ext cx="237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4048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Promo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62432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/PM/AddBonus  |  /PM/AddFreeCredit  |  /PM/AddFreeSpin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" y="284378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Payload: code, amount, turnover, dates, categories, status=0 (draft)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547872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3584448"/>
            <a:ext cx="237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336499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358444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/PM/UpdatePromotionStatus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" y="380390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status: 0 (draft) → 1 (live)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82296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507992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4544568"/>
            <a:ext cx="237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432511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(QC)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45445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/PM/GetBonusInfo  |  /PM/GetFreeCreditInfo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51560" y="476402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back all saved fields and compare against what was sent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5212080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" y="5248656"/>
            <a:ext cx="237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14400" y="5212080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0" y="53766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results back to Google Sheets (Status, Promo ID, Timestamp)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IGMP API Endpoints: What Agent Calls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Operations (POST)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/PM/AddBonus  →  Create deposit bonus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/PM/AddFreeCredit  →  Create free credit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/PM/AddFreeSpin  →  Create free spins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 &amp; Activate (POST - WS1 Only)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/PM/UpdateBonusDetails  →  Edit bonus (WS1)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/PM/UpdatePromotionStatus  →  Activate/deactivate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&amp; Verify (GET)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/PM/GetBonusInfo  →  Read bonus details (QC)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/PM/GetPromotionsList  →  List all promos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Core Agent Components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7432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298448"/>
            <a:ext cx="274320" cy="228600"/>
          </a:xfrm>
          <a:prstGeom prst="rect">
            <a:avLst/>
          </a:prstGeom>
          <a:solidFill>
            <a:srgbClr val="0E7C8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2618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Matcher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 requirements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7432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1298448"/>
            <a:ext cx="274320" cy="228600"/>
          </a:xfrm>
          <a:prstGeom prst="rect">
            <a:avLst/>
          </a:prstGeom>
          <a:solidFill>
            <a:srgbClr val="0E7C8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94760" y="12618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Auto-Namer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9476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codes (FT_)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27432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298448"/>
            <a:ext cx="274320" cy="228600"/>
          </a:xfrm>
          <a:prstGeom prst="rect">
            <a:avLst/>
          </a:prstGeom>
          <a:solidFill>
            <a:srgbClr val="0E7C8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20840" y="12618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 Config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2084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Lookup currencies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27432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395728"/>
            <a:ext cx="274320" cy="228600"/>
          </a:xfrm>
          <a:prstGeom prst="rect">
            <a:avLst/>
          </a:prstGeom>
          <a:solidFill>
            <a:srgbClr val="0E7C8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2359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Creator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/PM/Add*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2286000"/>
            <a:ext cx="27432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56432" y="2395728"/>
            <a:ext cx="274320" cy="228600"/>
          </a:xfrm>
          <a:prstGeom prst="rect">
            <a:avLst/>
          </a:prstGeom>
          <a:solidFill>
            <a:srgbClr val="0E7C8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794760" y="2359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Updater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9476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(WS1 only)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2286000"/>
            <a:ext cx="27432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2395728"/>
            <a:ext cx="274320" cy="228600"/>
          </a:xfrm>
          <a:prstGeom prst="rect">
            <a:avLst/>
          </a:prstGeom>
          <a:solidFill>
            <a:srgbClr val="0E7C8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20840" y="2359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Activator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2084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 status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383280"/>
            <a:ext cx="27432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493008"/>
            <a:ext cx="274320" cy="228600"/>
          </a:xfrm>
          <a:prstGeom prst="rect">
            <a:avLst/>
          </a:prstGeom>
          <a:solidFill>
            <a:srgbClr val="0E7C8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68680" y="34564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/PM/Get*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3383280"/>
            <a:ext cx="27432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56432" y="3493008"/>
            <a:ext cx="274320" cy="228600"/>
          </a:xfrm>
          <a:prstGeom prst="rect">
            <a:avLst/>
          </a:prstGeom>
          <a:solidFill>
            <a:srgbClr val="0E7C8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794760" y="34564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QC Engine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9476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data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3383280"/>
            <a:ext cx="27432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3493008"/>
            <a:ext cx="274320" cy="228600"/>
          </a:xfrm>
          <a:prstGeom prst="rect">
            <a:avLst/>
          </a:prstGeom>
          <a:solidFill>
            <a:srgbClr val="0E7C8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720840" y="34564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Manager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2084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mgmt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Before vs After Automation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Time per Promo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68880" y="1188720"/>
            <a:ext cx="2560320" cy="320040"/>
          </a:xfrm>
          <a:prstGeom prst="rect">
            <a:avLst/>
          </a:prstGeom>
          <a:solidFill>
            <a:srgbClr val="FFE5E5"/>
          </a:solidFill>
          <a:ln/>
        </p:spPr>
      </p:sp>
      <p:sp>
        <p:nvSpPr>
          <p:cNvPr id="6" name="Text 4"/>
          <p:cNvSpPr/>
          <p:nvPr/>
        </p:nvSpPr>
        <p:spPr>
          <a:xfrm>
            <a:off x="2606040" y="1234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B20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Before: 30-60 mins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212080" y="1188720"/>
            <a:ext cx="2560320" cy="320040"/>
          </a:xfrm>
          <a:prstGeom prst="rect">
            <a:avLst/>
          </a:prstGeom>
          <a:solidFill>
            <a:srgbClr val="E5F9F0"/>
          </a:solidFill>
          <a:ln/>
        </p:spPr>
      </p:sp>
      <p:sp>
        <p:nvSpPr>
          <p:cNvPr id="8" name="Text 6"/>
          <p:cNvSpPr/>
          <p:nvPr/>
        </p:nvSpPr>
        <p:spPr>
          <a:xfrm>
            <a:off x="5349240" y="1234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After: ~1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👆 Manual Clicks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68880" y="2057400"/>
            <a:ext cx="2560320" cy="320040"/>
          </a:xfrm>
          <a:prstGeom prst="rect">
            <a:avLst/>
          </a:prstGeom>
          <a:solidFill>
            <a:srgbClr val="FFE5E5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B20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Before: 50+ per promo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0" y="2057400"/>
            <a:ext cx="2560320" cy="320040"/>
          </a:xfrm>
          <a:prstGeom prst="rect">
            <a:avLst/>
          </a:prstGeom>
          <a:solidFill>
            <a:srgbClr val="E5F9F0"/>
          </a:solidFill>
          <a:ln/>
        </p:spPr>
      </p:sp>
      <p:sp>
        <p:nvSpPr>
          <p:cNvPr id="13" name="Text 11"/>
          <p:cNvSpPr/>
          <p:nvPr/>
        </p:nvSpPr>
        <p:spPr>
          <a:xfrm>
            <a:off x="534924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After: Zero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Error Rate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68880" y="2926080"/>
            <a:ext cx="2560320" cy="320040"/>
          </a:xfrm>
          <a:prstGeom prst="rect">
            <a:avLst/>
          </a:prstGeom>
          <a:solidFill>
            <a:srgbClr val="FFE5E5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2971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B20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Before: 5-10%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0" y="2926080"/>
            <a:ext cx="2560320" cy="320040"/>
          </a:xfrm>
          <a:prstGeom prst="rect">
            <a:avLst/>
          </a:prstGeom>
          <a:solidFill>
            <a:srgbClr val="E5F9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2971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After: &lt;0.1%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Verification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68880" y="3794760"/>
            <a:ext cx="2560320" cy="320040"/>
          </a:xfrm>
          <a:prstGeom prst="rect">
            <a:avLst/>
          </a:prstGeom>
          <a:solidFill>
            <a:srgbClr val="FFE5E5"/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3840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B20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Before: Manual review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12080" y="3794760"/>
            <a:ext cx="2560320" cy="320040"/>
          </a:xfrm>
          <a:prstGeom prst="rect">
            <a:avLst/>
          </a:prstGeom>
          <a:solidFill>
            <a:srgbClr val="E5F9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3840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After: Auto QC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Production: 100+ promos created | 0 data corruption | 100% activation rate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Rules &amp; Constraints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88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FT_ Prefix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IGMP promo code MUST start with FT_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2️⃣ Two-Step Activation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(status=0) then UpdatePromotionStatus (status=1)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🚫 WS1 Edit Only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UpdateBonusDetails works on WS1 only, not WS2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⏳ Session Timeout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Cookies expire ~2 hours, agent re-auths automatically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Always Verify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/PM/GetBonusInfo confirms data saved correctly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160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Never Publish Directly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43484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detail-first, then activate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&amp; Next Steps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A6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9 core components operational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A6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7 API endpoints automated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A6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100+ promos created (0 corruption)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A6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Ready for MCP framework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8229600" cy="0"/>
          </a:xfrm>
          <a:prstGeom prst="line">
            <a:avLst/>
          </a:prstGeom>
          <a:noFill/>
          <a:ln w="12700">
            <a:solidFill>
              <a:srgbClr val="14A6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Team Next Steps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Review IGMP API documentation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Evaluate MCP schema design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Plan authentication module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Schedule dev environment testing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2026-06-09T06:28:34Z</dcterms:created>
  <dcterms:modified xsi:type="dcterms:W3CDTF">2026-06-09T06:28:34Z</dcterms:modified>
</cp:coreProperties>
</file>