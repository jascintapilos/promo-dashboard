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Sales ↔ Promo Team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Empowerment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Package to Reduce Bottlenecks &amp; Enable Autonomy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Created: 2026-06-09 | For: Jascinta, Wai Yip, Sales Team Lead | Goal: 80% autonomy by Jul 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What's Inside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1. Gap Closure 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2. Decision Framework (Tier 1/2/3)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3. Routing Matrix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4. Implementation Guide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5. BO Training (5 detailed modules)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343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6. Success Criteria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No BO access or training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Makes 10+ decisions/day → escalates EVERYTHING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2–3 hour wait for yes/no decisions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😰 Wai Yip spends 20–25 hrs/week on routine Qs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🚧 No decision framework or playbook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9377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Solution: 4-week pilot to empower sales team lead with BO training + decision framework + weekly promo list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Decision Framework: 3 Tiers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560320" cy="41148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TIER 1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Alone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Check promo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Verify tier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Check claims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Assign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80%+ decisions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411480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737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TIER 2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#ba-promo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74320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Create promo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Exceptions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Bulk assign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Uncertain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2–4 hrs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560320" cy="41148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737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TIER 3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Strategy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ROI / cost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Budget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High-level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VERY RARE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Routing Matrix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Self-Serve (4 Brands)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114800" cy="18288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WS1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WS2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QPRO1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QP2A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 Team (26 Brands)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931920" cy="18288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82880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QPRO2–19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QP2B/C/D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in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#ba-promo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1–2 hrs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118872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Menu: QPRO 3.2 | QP2 2.1 | WS1/WS2 iGMP 3.1/3.3/3.15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4-Week Implementation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697480" cy="4114800"/>
          </a:xfrm>
          <a:prstGeom prst="rect">
            <a:avLst/>
          </a:prstGeom>
          <a:solidFill>
            <a:srgbClr val="E3F2FD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Framework talk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BO Training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shadow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697480" cy="4114800"/>
          </a:xfrm>
          <a:prstGeom prst="rect">
            <a:avLst/>
          </a:prstGeom>
          <a:solidFill>
            <a:srgbClr val="F3E5F5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5544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2–3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Make decisions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30632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Spot-checks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36576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Coaching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697480" cy="4114800"/>
          </a:xfrm>
          <a:prstGeom prst="rect">
            <a:avLst/>
          </a:prstGeom>
          <a:solidFill>
            <a:srgbClr val="E8F5E9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5544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4688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Full autonomy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30632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Final check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36576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Success!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BO Training: 5 Modules (4–6 hrs)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🔓 MOD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94560" y="1371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&amp; Navigation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49440" y="1371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30–45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MOD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2148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Promos by Brand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0" y="2148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1–1.5 hrs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MOD 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2926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Promo Details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2926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hr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MOD 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3703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Player Claims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3703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 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MOD 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4480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Promos in BO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0" y="44805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1–1.5 hrs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🔓 Module 1: Login &amp; Navigation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667EEA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164592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Platform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Credential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Menu Path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QPRO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promo_testbot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Menu 3.2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QP2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promo_testbot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Menu 2.1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WS1/WS2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FastTrack CRM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Promos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Get credentials from Jascinta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Steps: Navigate URL → Enter credentials → Click Login → See Dashboard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solidFill>
            <a:srgbClr val="F0F7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9377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Practice: Log into QPRO BO, find Menu 3.2 (Promotion Codes), navigate the menu structure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Module 2: Query Promos by Brand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Navigate to Menu 3.2 (QPRO) or 2.1 (QP2)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Filter by Brand or Platform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Look for Status = ACTIVE (not Inactive/Archived)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Read: Code, Name, Type, Status, Valid Until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Note down codes you can offer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F0F7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976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Practice: Query QPRO1 for Deposit bonuses. Find 3 active codes. Write them down.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Module 3: Check Promo Details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Amount: 100% match up to MYR 500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🎮 Turnover: 8x (wager 8× bonus)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Eligible Tier: Gold, Platinum, Diamond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Valid Until: 2026-06-30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Remaining Quota: 27 claims left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Flags: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Turnover &gt;20x? → Ask #ba-promo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Expired date? → Don't offer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394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No quota left? → Archive, offer alternative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Module 4: Check Player Claim History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667EEA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182880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Player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Date Claimed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Decision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John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2026-06-05 (4 days ago)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35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Too recent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Never claimed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8A7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Offer it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Bob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2026-05-05 (35 days)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8A74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Old enough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Rule: If claimed &lt;30 days ago → Ask #ba-promo before offering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4297680"/>
            <a:ext cx="8229600" cy="1828800"/>
          </a:xfrm>
          <a:prstGeom prst="rect">
            <a:avLst/>
          </a:prstGeom>
          <a:solidFill>
            <a:srgbClr val="F0F7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4805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Practice: Check claim history for 3 players. Determine if they can claim a promo.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Module 5: Assign Promos in BO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Self-Serve Brands (You can assign):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WS1/WS2 (FastTrack)  |  ✅ QPRO1 (BO)  |  ✅ QP2A (BO)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Navigate to promo → Click 'Assign to Player'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Fill form: Player Name/ID, Promo Code, Amount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Review ALL fields (no typos!)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61188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Click ASSIGN → Wait for confirmation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Screenshot confirmation for records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solidFill>
            <a:srgbClr val="FFC10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Brands? → POST IN #ba-promo (Promo team assigns in 1–2 hrs)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Success Criteria (Jul 9)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☑️ Sales lead makes Tier 1 decisions (≥80%)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8483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☑️ Zero Tier 1/2 escalated to Wai Yip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70662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☑️ Wai Yip gets &lt;2 Tier 3 escalations/week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2841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☑️ Weekly Promo List used consistently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95020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☑️ Sales lead explains 5 Principles from memory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☑️ #ba-promo is default Q&amp;A channel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Quick Start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98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77440" y="132588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Gap Summary → Get Wai Yip's buy-in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9476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 10–11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1947672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 training + Decision Framework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542032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56946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 12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2569464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Kickoff: Framework talk + BO Training (1 day)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163824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638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19125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 13–JUL 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3191256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4-week pilot: Autonomy → Success!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Slack: Jascinta | Sales ↔ Promo Team Empowerment v1.0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2026-06-09T09:17:41Z</dcterms:created>
  <dcterms:modified xsi:type="dcterms:W3CDTF">2026-06-09T09:17:41Z</dcterms:modified>
</cp:coreProperties>
</file>