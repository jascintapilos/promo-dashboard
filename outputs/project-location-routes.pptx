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a9eedf74244158" /><Relationship Type="http://schemas.openxmlformats.org/officeDocument/2006/relationships/extended-properties" Target="/docProps/app.xml" Id="Rb9a1798a38804f84" /><Relationship Type="http://schemas.openxmlformats.org/officeDocument/2006/relationships/officeDocument" Target="/ppt/presentation.xml" Id="R78881c15ed2e45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5b198c45464b01"/>
  </p:sldMasterIdLst>
  <p:notesMasterIdLst>
    <p:notesMasterId xmlns:r="http://schemas.openxmlformats.org/officeDocument/2006/relationships" r:id="Rfe86758652674b20"/>
  </p:notesMasterIdLst>
  <p:sldIdLst>
    <p:sldId xmlns:r="http://schemas.openxmlformats.org/officeDocument/2006/relationships" id="256" r:id="Rd43b935e68f7479e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be5770f86944cd" /><Relationship Type="http://schemas.openxmlformats.org/officeDocument/2006/relationships/slideMaster" Target="/ppt/slideMasters/slideMaster1.xml" Id="R575b198c45464b01" /><Relationship Type="http://schemas.openxmlformats.org/officeDocument/2006/relationships/notesMaster" Target="/ppt/notesMasters/notesMaster1.xml" Id="Rfe86758652674b20" /><Relationship Type="http://schemas.openxmlformats.org/officeDocument/2006/relationships/presProps" Target="/ppt/presProps.xml" Id="Ra77dbe8c5363477b" /><Relationship Type="http://schemas.openxmlformats.org/officeDocument/2006/relationships/tableStyles" Target="/ppt/tableStyles.xml" Id="R02306d019e324010" /><Relationship Type="http://schemas.openxmlformats.org/officeDocument/2006/relationships/slide" Target="/ppt/slides/slide1.xml" Id="Rd43b935e68f747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c95231ec934f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61c981811f4392" /><Relationship Type="http://schemas.openxmlformats.org/officeDocument/2006/relationships/notesMaster" Target="/ppt/notesMasters/notesMaster1.xml" Id="R4b8411e645c14d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25e6638cb4b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a3475f9ab44524" /><Relationship Type="http://schemas.openxmlformats.org/officeDocument/2006/relationships/slideLayout" Target="/ppt/slideLayouts/slideLayout1.xml" Id="R87ca36f1bcdb49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ca36f1bcdb49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7a0b83c704ed9" /><Relationship Type="http://schemas.openxmlformats.org/officeDocument/2006/relationships/image" Target="/ppt/media/image.jpeg" Id="Re39c169d6e244ce2" /><Relationship Type="http://schemas.openxmlformats.org/officeDocument/2006/relationships/image" Target="/ppt/media/image2.jpeg" Id="R52f2a9dd26894528" /><Relationship Type="http://schemas.openxmlformats.org/officeDocument/2006/relationships/notesSlide" Target="/ppt/notesSlides/notesSlide1.xml" Id="R024ac15253ac46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location-icon-bg">
            <a:extLst xmlns:a="http://schemas.openxmlformats.org/drawingml/2006/main">
              <a:ext uri="{FF2B5EF4-FFF2-40B4-BE49-F238E27FC236}">
                <a16:creationId xmlns:a16="http://schemas.microsoft.com/office/drawing/2014/main" id="{11F1029C-AF1F-4678-92F7-5D4468FF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ocation-pin-head">
            <a:extLst xmlns:a="http://schemas.openxmlformats.org/drawingml/2006/main">
              <a:ext uri="{FF2B5EF4-FFF2-40B4-BE49-F238E27FC236}">
                <a16:creationId xmlns:a16="http://schemas.microsoft.com/office/drawing/2014/main" id="{F51037C3-4829-49F4-86C3-B5753CF4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429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ocation-pin-tail">
            <a:extLst xmlns:a="http://schemas.openxmlformats.org/drawingml/2006/main">
              <a:ext uri="{FF2B5EF4-FFF2-40B4-BE49-F238E27FC236}">
                <a16:creationId xmlns:a16="http://schemas.microsoft.com/office/drawing/2014/main" id="{C9C4AAD1-97A3-4196-9FA9-E0BA2323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866775"/>
            <a:ext cx="1905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720436A-58D3-47A3-BFA4-78E8F7FB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D1C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W H E R E   W E ’ R E   G O I N G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B2217D2-7D67-4DF7-BF53-4BAB6C69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52475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62B6F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062B6F"/>
                </a:solidFill>
                <a:latin typeface="Georgia"/>
                <a:ea typeface="Georgia"/>
                <a:cs typeface="Georgia"/>
              </a:rPr>
              <a:t>Project Location</a:t>
            </a:r>
          </a:p>
        </p:txBody>
      </p:sp>
      <p:sp>
        <p:nvSpPr>
          <p:cNvPr id="6" name="location-pill">
            <a:extLst xmlns:a="http://schemas.openxmlformats.org/drawingml/2006/main">
              <a:ext uri="{FF2B5EF4-FFF2-40B4-BE49-F238E27FC236}">
                <a16:creationId xmlns:a16="http://schemas.microsoft.com/office/drawing/2014/main" id="{2754B53E-323C-40A8-B7C4-E51E046C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ocation-dot">
            <a:extLst xmlns:a="http://schemas.openxmlformats.org/drawingml/2006/main">
              <a:ext uri="{FF2B5EF4-FFF2-40B4-BE49-F238E27FC236}">
                <a16:creationId xmlns:a16="http://schemas.microsoft.com/office/drawing/2014/main" id="{5EEE6C12-BA9E-42E0-8D92-1028A19A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28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cation-text">
            <a:extLst xmlns:a="http://schemas.openxmlformats.org/drawingml/2006/main">
              <a:ext uri="{FF2B5EF4-FFF2-40B4-BE49-F238E27FC236}">
                <a16:creationId xmlns:a16="http://schemas.microsoft.com/office/drawing/2014/main" id="{8CF6FFBD-58D0-4FE8-812C-51A4C5DB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557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SK Ulu Sebetan &amp; Rh Flora, Sebetan area, Saratok district, Sarawak</a:t>
            </a:r>
          </a:p>
        </p:txBody>
      </p:sp>
      <p:sp>
        <p:nvSpPr>
          <p:cNvPr id="9" name="airport-card">
            <a:extLst xmlns:a="http://schemas.openxmlformats.org/drawingml/2006/main">
              <a:ext uri="{FF2B5EF4-FFF2-40B4-BE49-F238E27FC236}">
                <a16:creationId xmlns:a16="http://schemas.microsoft.com/office/drawing/2014/main" id="{C35D5FF1-B295-42FF-9D1C-A67FEFD2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6381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EE5F0"/>
            </a:solidFill>
            <a:prstDash val="solid"/>
          </a:ln>
        </p:spPr>
      </p:sp>
      <p:sp>
        <p:nvSpPr>
          <p:cNvPr id="10" name="airport-number">
            <a:extLst xmlns:a="http://schemas.openxmlformats.org/drawingml/2006/main">
              <a:ext uri="{FF2B5EF4-FFF2-40B4-BE49-F238E27FC236}">
                <a16:creationId xmlns:a16="http://schemas.microsoft.com/office/drawing/2014/main" id="{F7A149BD-A0D1-454D-A591-1DC86B24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irport-number-text">
            <a:extLst xmlns:a="http://schemas.openxmlformats.org/drawingml/2006/main">
              <a:ext uri="{FF2B5EF4-FFF2-40B4-BE49-F238E27FC236}">
                <a16:creationId xmlns:a16="http://schemas.microsoft.com/office/drawing/2014/main" id="{59A5E21B-124D-44E2-9142-F609A34A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airport-route">
            <a:extLst xmlns:a="http://schemas.openxmlformats.org/drawingml/2006/main">
              <a:ext uri="{FF2B5EF4-FFF2-40B4-BE49-F238E27FC236}">
                <a16:creationId xmlns:a16="http://schemas.microsoft.com/office/drawing/2014/main" id="{5F176864-4351-42B4-9E12-EB1DB376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527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B6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2B6F"/>
                </a:solidFill>
                <a:latin typeface="Arial"/>
                <a:ea typeface="Arial"/>
                <a:cs typeface="Arial"/>
              </a:rPr>
              <a:t>Sibu Airport → SK Ulu Sebetan</a:t>
            </a:r>
          </a:p>
        </p:txBody>
      </p:sp>
      <p:sp>
        <p:nvSpPr>
          <p:cNvPr id="13" name="airport-distance">
            <a:extLst xmlns:a="http://schemas.openxmlformats.org/drawingml/2006/main">
              <a:ext uri="{FF2B5EF4-FFF2-40B4-BE49-F238E27FC236}">
                <a16:creationId xmlns:a16="http://schemas.microsoft.com/office/drawing/2014/main" id="{436E3AF1-B110-43D1-BE12-7677A00D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432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118 km  ·  ~1 hr 30 min</a:t>
            </a:r>
          </a:p>
        </p:txBody>
      </p:sp>
      <p:sp>
        <p:nvSpPr>
          <p:cNvPr id="14" name="airport-note">
            <a:extLst xmlns:a="http://schemas.openxmlformats.org/drawingml/2006/main">
              <a:ext uri="{FF2B5EF4-FFF2-40B4-BE49-F238E27FC236}">
                <a16:creationId xmlns:a16="http://schemas.microsoft.com/office/drawing/2014/main" id="{F8F7E8C8-C360-4BDA-B861-37A8B4CC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623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Fastest route via Route 1 / AH150</a:t>
            </a:r>
          </a:p>
        </p:txBody>
      </p:sp>
      <p:sp>
        <p:nvSpPr>
          <p:cNvPr id="15" name="petron-card">
            <a:extLst xmlns:a="http://schemas.openxmlformats.org/drawingml/2006/main">
              <a:ext uri="{FF2B5EF4-FFF2-40B4-BE49-F238E27FC236}">
                <a16:creationId xmlns:a16="http://schemas.microsoft.com/office/drawing/2014/main" id="{9DC036BF-B470-49C7-8B95-E350693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6381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EE5F0"/>
            </a:solidFill>
            <a:prstDash val="solid"/>
          </a:ln>
        </p:spPr>
      </p:sp>
      <p:sp>
        <p:nvSpPr>
          <p:cNvPr id="16" name="petron-number">
            <a:extLst xmlns:a="http://schemas.openxmlformats.org/drawingml/2006/main">
              <a:ext uri="{FF2B5EF4-FFF2-40B4-BE49-F238E27FC236}">
                <a16:creationId xmlns:a16="http://schemas.microsoft.com/office/drawing/2014/main" id="{1F1D15C6-6DAA-4D10-B689-0FF5D0DD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etron-number-text">
            <a:extLst xmlns:a="http://schemas.openxmlformats.org/drawingml/2006/main">
              <a:ext uri="{FF2B5EF4-FFF2-40B4-BE49-F238E27FC236}">
                <a16:creationId xmlns:a16="http://schemas.microsoft.com/office/drawing/2014/main" id="{1F4EA6D7-CA5D-4351-B6FF-D5144AA0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etron-route">
            <a:extLst xmlns:a="http://schemas.openxmlformats.org/drawingml/2006/main">
              <a:ext uri="{FF2B5EF4-FFF2-40B4-BE49-F238E27FC236}">
                <a16:creationId xmlns:a16="http://schemas.microsoft.com/office/drawing/2014/main" id="{7624A853-974A-48AC-A2B6-492083B3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24400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B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2B6F"/>
                </a:solidFill>
                <a:latin typeface="Arial"/>
                <a:ea typeface="Arial"/>
                <a:cs typeface="Arial"/>
              </a:rPr>
              <a:t>Petron Pakan → SK Ulu Sebetan → Petron Debak</a:t>
            </a:r>
          </a:p>
        </p:txBody>
      </p:sp>
      <p:sp>
        <p:nvSpPr>
          <p:cNvPr id="19" name="petron-distance">
            <a:extLst xmlns:a="http://schemas.openxmlformats.org/drawingml/2006/main">
              <a:ext uri="{FF2B5EF4-FFF2-40B4-BE49-F238E27FC236}">
                <a16:creationId xmlns:a16="http://schemas.microsoft.com/office/drawing/2014/main" id="{D7AC08DE-19BC-4584-BA21-142DE679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959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103 km  ·  ~1 hr 26 min</a:t>
            </a:r>
          </a:p>
        </p:txBody>
      </p:sp>
      <p:sp>
        <p:nvSpPr>
          <p:cNvPr id="20" name="petron-note">
            <a:extLst xmlns:a="http://schemas.openxmlformats.org/drawingml/2006/main">
              <a:ext uri="{FF2B5EF4-FFF2-40B4-BE49-F238E27FC236}">
                <a16:creationId xmlns:a16="http://schemas.microsoft.com/office/drawing/2014/main" id="{E9DC9BC7-9031-41FE-91E7-CEB127FB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734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Pakan–school 52.7 km  ·  School–Debak 50.0 km</a:t>
            </a:r>
          </a:p>
        </p:txBody>
      </p:sp>
      <p:sp>
        <p:nvSpPr>
          <p:cNvPr id="21" name="airport-map-frame">
            <a:extLst xmlns:a="http://schemas.openxmlformats.org/drawingml/2006/main">
              <a:ext uri="{FF2B5EF4-FFF2-40B4-BE49-F238E27FC236}">
                <a16:creationId xmlns:a16="http://schemas.microsoft.com/office/drawing/2014/main" id="{9AD7D135-E919-4665-B0FF-995CBEB8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724025"/>
            <a:ext cx="7191375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A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c169d6e244ce2"/>
          <a:srcRect xmlns:a="http://schemas.openxmlformats.org/drawingml/2006/main" l="0" t="21911" r="0" b="219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91425" y="1838325"/>
            <a:ext cx="6962775" cy="2200275"/>
          </a:xfrm>
          <a:prstGeom xmlns:a="http://schemas.openxmlformats.org/drawingml/2006/main" prst="rect">
            <a:avLst/>
          </a:prstGeom>
        </p:spPr>
      </p:pic>
      <p:sp>
        <p:nvSpPr>
          <p:cNvPr id="23" name="airport-caption">
            <a:extLst xmlns:a="http://schemas.openxmlformats.org/drawingml/2006/main">
              <a:ext uri="{FF2B5EF4-FFF2-40B4-BE49-F238E27FC236}">
                <a16:creationId xmlns:a16="http://schemas.microsoft.com/office/drawing/2014/main" id="{0CD0AC95-C2CA-48C8-A354-370F3240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38600"/>
            <a:ext cx="69627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irport-caption-text">
            <a:extLst xmlns:a="http://schemas.openxmlformats.org/drawingml/2006/main">
              <a:ext uri="{FF2B5EF4-FFF2-40B4-BE49-F238E27FC236}">
                <a16:creationId xmlns:a16="http://schemas.microsoft.com/office/drawing/2014/main" id="{66B4A5C7-2239-4179-AC29-6A8B8BBF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38600"/>
            <a:ext cx="661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SIBU AIRPORT → SK ULU SEBETAN   |   118 KM · ~1 HR 30 MIN</a:t>
            </a:r>
          </a:p>
        </p:txBody>
      </p:sp>
      <p:sp>
        <p:nvSpPr>
          <p:cNvPr id="25" name="petron-map-frame">
            <a:extLst xmlns:a="http://schemas.openxmlformats.org/drawingml/2006/main">
              <a:ext uri="{FF2B5EF4-FFF2-40B4-BE49-F238E27FC236}">
                <a16:creationId xmlns:a16="http://schemas.microsoft.com/office/drawing/2014/main" id="{CE91E230-AD44-4A15-BF30-726DD662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24400"/>
            <a:ext cx="7191375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A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2a9dd26894528"/>
          <a:srcRect xmlns:a="http://schemas.openxmlformats.org/drawingml/2006/main" l="0" t="21911" r="0" b="219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91425" y="4838700"/>
            <a:ext cx="6962775" cy="2200275"/>
          </a:xfrm>
          <a:prstGeom xmlns:a="http://schemas.openxmlformats.org/drawingml/2006/main" prst="rect">
            <a:avLst/>
          </a:prstGeom>
        </p:spPr>
      </p:pic>
      <p:sp>
        <p:nvSpPr>
          <p:cNvPr id="27" name="petron-caption">
            <a:extLst xmlns:a="http://schemas.openxmlformats.org/drawingml/2006/main">
              <a:ext uri="{FF2B5EF4-FFF2-40B4-BE49-F238E27FC236}">
                <a16:creationId xmlns:a16="http://schemas.microsoft.com/office/drawing/2014/main" id="{CF141078-CA4F-4B48-93B6-C714CA1C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7038975"/>
            <a:ext cx="69627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etron-caption-text">
            <a:extLst xmlns:a="http://schemas.openxmlformats.org/drawingml/2006/main">
              <a:ext uri="{FF2B5EF4-FFF2-40B4-BE49-F238E27FC236}">
                <a16:creationId xmlns:a16="http://schemas.microsoft.com/office/drawing/2014/main" id="{2C6BF37F-6DB5-4BB8-B014-813A72BF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038975"/>
            <a:ext cx="661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PETRON PAKAN → SK ULU SEBETAN → PETRON DEBAK   |   103 KM</a:t>
            </a:r>
          </a:p>
        </p:txBody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DDD97A0-CD63-4399-9D70-9B3F1B7E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676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CSR Borneo 2026</a:t>
            </a:r>
          </a:p>
        </p:txBody>
      </p:sp>
      <p:sp>
        <p:nvSpPr>
          <p:cNvPr id="30" name="footer-center">
            <a:extLst xmlns:a="http://schemas.openxmlformats.org/drawingml/2006/main">
              <a:ext uri="{FF2B5EF4-FFF2-40B4-BE49-F238E27FC236}">
                <a16:creationId xmlns:a16="http://schemas.microsoft.com/office/drawing/2014/main" id="{493F5ECB-2338-462F-B047-B4CD24A9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067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Project Location</a:t>
            </a:r>
          </a:p>
        </p:txBody>
      </p:sp>
      <p:sp>
        <p:nvSpPr>
          <p:cNvPr id="3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C236F82-7757-4B98-BB36-DFB2D5B7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676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3 / 20</a:t>
            </a:r>
          </a:p>
        </p:txBody>
      </p:sp>
    </p:spTree>
    <p:extLst>
      <p:ext uri="{BB962C8B-B14F-4D97-AF65-F5344CB8AC3E}">
        <p14:creationId xmlns:p14="http://schemas.microsoft.com/office/powerpoint/2010/main" val="2057280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2026-07-20T15:49:42.7790000Z</dcterms:created>
  <dcterms:modified xsi:type="dcterms:W3CDTF">2026-07-20T15:49:42.7790000Z</dcterms:modified>
</coreProperties>
</file>